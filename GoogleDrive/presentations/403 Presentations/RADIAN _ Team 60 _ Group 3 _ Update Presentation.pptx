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ANZm6JAR5nZDtqIiQpPG1kUR8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dad575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" name="Google Shape;56;g39dad575e6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d7ee91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" name="Google Shape;65;g39dd7ee919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dd7ee919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" name="Google Shape;75;g39dd7ee919c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dd7ee919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3" name="Google Shape;83;g39dd7ee919c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f8e54f0f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9df8e54f0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df8e54f0f_3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9df8e54f0f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f8e54f0f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9df8e54f0f_3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f8e54f0f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9df8e54f0f_3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df8e54f0f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df8e54f0f_6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df8e54f0f_2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df8e54f0f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df8e54f0f_2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df8e54f0f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ad575e6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9dad575e67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dad575e6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dad575e67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df8e54f0f_6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9df8e54f0f_6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df8e54f0f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9df8e54f0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df8e54f0f_4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df8e54f0f_4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df8e54f0f_4_1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df8e54f0f_4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9df8e54f0f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f8e54f0f_8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df8e54f0f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9df8e54f0f_8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df8e54f0f_6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9df8e54f0f_6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df8e54f0f_6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df8e54f0f_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2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Relationship Id="rId5" Type="http://schemas.openxmlformats.org/officeDocument/2006/relationships/image" Target="../media/image34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3.jp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dad575e67_0_0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/>
              <a:t>Status Update 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9dad575e67_0_0"/>
          <p:cNvSpPr/>
          <p:nvPr/>
        </p:nvSpPr>
        <p:spPr>
          <a:xfrm>
            <a:off x="0" y="0"/>
            <a:ext cx="4077000" cy="45834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g39dad575e6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8"/>
            <a:ext cx="2320000" cy="39421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9dad575e67_0_0"/>
          <p:cNvSpPr txBox="1"/>
          <p:nvPr>
            <p:ph idx="1" type="subTitle"/>
          </p:nvPr>
        </p:nvSpPr>
        <p:spPr>
          <a:xfrm>
            <a:off x="1070850" y="2825975"/>
            <a:ext cx="79266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RADIAN - RADar Intelligent Activity moNitoring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Presented by: Matthew Blackwell, Wyatt Johnson, Mitch Hoffman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2400"/>
              <a:t>TA: Roman Venegas</a:t>
            </a:r>
            <a:endParaRPr sz="24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 sz="2400"/>
              <a:t>Sponsor: Dr. Arya Menon</a:t>
            </a:r>
            <a:br>
              <a:rPr lang="en-US"/>
            </a:br>
            <a:endParaRPr/>
          </a:p>
        </p:txBody>
      </p:sp>
      <p:sp>
        <p:nvSpPr>
          <p:cNvPr id="62" name="Google Shape;62;g39dad575e67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9dd7ee919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625" y="3730450"/>
            <a:ext cx="1214510" cy="1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9dd7ee919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412" y="3730450"/>
            <a:ext cx="1433195" cy="14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9dd7ee919c_0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70" name="Google Shape;70;g39dd7ee919c_0_0"/>
          <p:cNvSpPr txBox="1"/>
          <p:nvPr>
            <p:ph idx="1" type="body"/>
          </p:nvPr>
        </p:nvSpPr>
        <p:spPr>
          <a:xfrm>
            <a:off x="297000" y="1424225"/>
            <a:ext cx="855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Falls are the leading cause of injury in elderly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100"/>
              <a:t>F</a:t>
            </a:r>
            <a:r>
              <a:rPr lang="en-US" sz="2200"/>
              <a:t>ast </a:t>
            </a:r>
            <a:r>
              <a:rPr lang="en-US" sz="2100"/>
              <a:t>d</a:t>
            </a:r>
            <a:r>
              <a:rPr lang="en-US" sz="2200"/>
              <a:t>etection saves lives through quick response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Current Solutions - Limitations:</a:t>
            </a:r>
            <a:endParaRPr b="1"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Wearables → must be worn and charged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Push-buttons → user must be conscious/able to press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Camera → effective but invade privacy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g39dd7ee919c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g39dd7ee919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3851" y="3550826"/>
            <a:ext cx="1592674" cy="15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9dd7ee919c_0_54" title="Concept Image.png"/>
          <p:cNvPicPr preferRelativeResize="0"/>
          <p:nvPr/>
        </p:nvPicPr>
        <p:blipFill rotWithShape="1">
          <a:blip r:embed="rId3">
            <a:alphaModFix/>
          </a:blip>
          <a:srcRect b="20159" l="0" r="0" t="0"/>
          <a:stretch/>
        </p:blipFill>
        <p:spPr>
          <a:xfrm>
            <a:off x="-86800" y="1531185"/>
            <a:ext cx="5146800" cy="30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9dd7ee919c_0_54"/>
          <p:cNvSpPr txBox="1"/>
          <p:nvPr>
            <p:ph type="title"/>
          </p:nvPr>
        </p:nvSpPr>
        <p:spPr>
          <a:xfrm>
            <a:off x="3347775" y="229075"/>
            <a:ext cx="6381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RADIAN System Summary</a:t>
            </a:r>
            <a:endParaRPr/>
          </a:p>
        </p:txBody>
      </p:sp>
      <p:sp>
        <p:nvSpPr>
          <p:cNvPr id="79" name="Google Shape;79;g39dd7ee919c_0_54"/>
          <p:cNvSpPr txBox="1"/>
          <p:nvPr>
            <p:ph idx="1" type="body"/>
          </p:nvPr>
        </p:nvSpPr>
        <p:spPr>
          <a:xfrm>
            <a:off x="4993014" y="1012425"/>
            <a:ext cx="38274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100" u="sng"/>
              <a:t>Proposed Solution:</a:t>
            </a:r>
            <a:endParaRPr b="1" sz="2100" u="sng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100" u="sng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Automatic Fall Detection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Works in real time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user action needed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Privacy-Preserving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camera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Protects independence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Reliable Response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Immediate accurate alerts to caregivers</a:t>
            </a:r>
            <a:endParaRPr sz="2100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g39dd7ee919c_0_5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dd7ee919c_0_106"/>
          <p:cNvSpPr txBox="1"/>
          <p:nvPr>
            <p:ph type="title"/>
          </p:nvPr>
        </p:nvSpPr>
        <p:spPr>
          <a:xfrm>
            <a:off x="457200" y="61727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86" name="Google Shape;86;g39dd7ee919c_0_10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g39dd7ee919c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775" y="971425"/>
            <a:ext cx="6702450" cy="40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df8e54f0f_3_0"/>
          <p:cNvSpPr txBox="1"/>
          <p:nvPr>
            <p:ph type="title"/>
          </p:nvPr>
        </p:nvSpPr>
        <p:spPr>
          <a:xfrm>
            <a:off x="2566575" y="534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000"/>
              <a:t>Data - Matthew Blackwell</a:t>
            </a:r>
            <a:endParaRPr sz="3000"/>
          </a:p>
        </p:txBody>
      </p:sp>
      <p:sp>
        <p:nvSpPr>
          <p:cNvPr id="93" name="Google Shape;93;g39df8e54f0f_3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g39df8e54f0f_3_0"/>
          <p:cNvSpPr txBox="1"/>
          <p:nvPr>
            <p:ph idx="1" type="body"/>
          </p:nvPr>
        </p:nvSpPr>
        <p:spPr>
          <a:xfrm>
            <a:off x="5018625" y="656125"/>
            <a:ext cx="43959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Subsystem Function: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Provide an accurate ML model for determining if a fall occurred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Design Overview: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Raspberry Pi 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Python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Scikit &amp; Panda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Constraints: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Number of data tests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Compatibility with TI Board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ANN vs. Simple ML model</a:t>
            </a:r>
            <a:endParaRPr sz="1800"/>
          </a:p>
        </p:txBody>
      </p:sp>
      <p:pic>
        <p:nvPicPr>
          <p:cNvPr id="95" name="Google Shape;95;g39df8e54f0f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3475"/>
            <a:ext cx="594360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9df8e54f0f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675" y="3703323"/>
            <a:ext cx="2133600" cy="144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df8e54f0f_3_53"/>
          <p:cNvSpPr txBox="1"/>
          <p:nvPr>
            <p:ph type="title"/>
          </p:nvPr>
        </p:nvSpPr>
        <p:spPr>
          <a:xfrm>
            <a:off x="2566575" y="5343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000"/>
              <a:t>Data - Matthew Blackwell</a:t>
            </a:r>
            <a:endParaRPr sz="3000"/>
          </a:p>
        </p:txBody>
      </p:sp>
      <p:sp>
        <p:nvSpPr>
          <p:cNvPr id="102" name="Google Shape;102;g39df8e54f0f_3_5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g39df8e54f0f_3_53"/>
          <p:cNvSpPr txBox="1"/>
          <p:nvPr>
            <p:ph idx="1" type="body"/>
          </p:nvPr>
        </p:nvSpPr>
        <p:spPr>
          <a:xfrm>
            <a:off x="5018625" y="1052488"/>
            <a:ext cx="43959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Subsystem Function: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Design and create a Python script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to send message to Gotify server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Design Overview: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Raspberry Pi 3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Gotify to send Push Notifications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Constraints: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Integration with the TI Board</a:t>
            </a:r>
            <a:endParaRPr sz="1800"/>
          </a:p>
        </p:txBody>
      </p:sp>
      <p:pic>
        <p:nvPicPr>
          <p:cNvPr id="104" name="Google Shape;104;g39df8e54f0f_3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21576"/>
            <a:ext cx="1925150" cy="1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9df8e54f0f_3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575" y="743624"/>
            <a:ext cx="3220051" cy="45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df8e54f0f_3_106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Accomplishments for Data System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Matthew Blackwell</a:t>
            </a:r>
            <a:endParaRPr/>
          </a:p>
        </p:txBody>
      </p:sp>
      <p:pic>
        <p:nvPicPr>
          <p:cNvPr id="111" name="Google Shape;111;g39df8e54f0f_3_106" title="RADIAN_code_snap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25" y="693000"/>
            <a:ext cx="3763827" cy="4358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9df8e54f0f_3_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5200" y="1518213"/>
            <a:ext cx="5188798" cy="27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df8e54f0f_3_116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Setbacks </a:t>
            </a:r>
            <a:r>
              <a:rPr lang="en-US" sz="2200">
                <a:solidFill>
                  <a:schemeClr val="dk1"/>
                </a:solidFill>
              </a:rPr>
              <a:t>for Data System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Matthew Blackwell</a:t>
            </a:r>
            <a:endParaRPr/>
          </a:p>
        </p:txBody>
      </p:sp>
      <p:sp>
        <p:nvSpPr>
          <p:cNvPr id="118" name="Google Shape;118;g39df8e54f0f_3_116"/>
          <p:cNvSpPr txBox="1"/>
          <p:nvPr>
            <p:ph idx="1" type="body"/>
          </p:nvPr>
        </p:nvSpPr>
        <p:spPr>
          <a:xfrm>
            <a:off x="87000" y="767600"/>
            <a:ext cx="89700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Integration: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When attempting to integrate TI AWR6843, I fried our current Raspberry Pi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 </a:t>
            </a:r>
            <a:r>
              <a:rPr lang="en-US" sz="1800"/>
              <a:t>backflow</a:t>
            </a:r>
            <a:r>
              <a:rPr lang="en-US" sz="1800"/>
              <a:t> of current </a:t>
            </a:r>
            <a:r>
              <a:rPr lang="en-US" sz="1800"/>
              <a:t>caused the </a:t>
            </a:r>
            <a:r>
              <a:rPr lang="en-US" sz="1800"/>
              <a:t>3.3V rail to fail, preventing the board from ever booting again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Raspberry Pi OS: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With my attempts of recovering the Pi, I reflashed the Raspberry Pi SD card and thus, lost all of my files saved on the card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9" name="Google Shape;119;g39df8e54f0f_3_116"/>
          <p:cNvGrpSpPr/>
          <p:nvPr/>
        </p:nvGrpSpPr>
        <p:grpSpPr>
          <a:xfrm>
            <a:off x="3216300" y="2004550"/>
            <a:ext cx="2711400" cy="1484249"/>
            <a:chOff x="3183150" y="2263725"/>
            <a:chExt cx="2711400" cy="1484249"/>
          </a:xfrm>
        </p:grpSpPr>
        <p:pic>
          <p:nvPicPr>
            <p:cNvPr id="120" name="Google Shape;120;g39df8e54f0f_3_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5200" y="2307798"/>
              <a:ext cx="2133600" cy="144017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1" name="Google Shape;121;g39df8e54f0f_3_116"/>
            <p:cNvCxnSpPr/>
            <p:nvPr/>
          </p:nvCxnSpPr>
          <p:spPr>
            <a:xfrm>
              <a:off x="3183150" y="2270313"/>
              <a:ext cx="2711400" cy="14487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g39df8e54f0f_3_116"/>
            <p:cNvCxnSpPr/>
            <p:nvPr/>
          </p:nvCxnSpPr>
          <p:spPr>
            <a:xfrm flipH="1" rot="10800000">
              <a:off x="3199800" y="2263725"/>
              <a:ext cx="2678100" cy="146190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df8e54f0f_6_5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Ongoing work/Next steps for Data System</a:t>
            </a:r>
            <a:r>
              <a:rPr lang="en-US" sz="2200">
                <a:solidFill>
                  <a:schemeClr val="dk1"/>
                </a:solidFill>
              </a:rPr>
              <a:t>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Matthew Blackwell</a:t>
            </a:r>
            <a:endParaRPr/>
          </a:p>
        </p:txBody>
      </p:sp>
      <p:pic>
        <p:nvPicPr>
          <p:cNvPr id="128" name="Google Shape;128;g39df8e54f0f_6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0" y="1059500"/>
            <a:ext cx="2191850" cy="12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9df8e54f0f_6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296" y="1147237"/>
            <a:ext cx="1566560" cy="105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g39df8e54f0f_6_5"/>
          <p:cNvCxnSpPr/>
          <p:nvPr/>
        </p:nvCxnSpPr>
        <p:spPr>
          <a:xfrm>
            <a:off x="2233950" y="1675950"/>
            <a:ext cx="89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1" name="Google Shape;131;g39df8e54f0f_6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2250" y="929901"/>
            <a:ext cx="1925150" cy="1562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g39df8e54f0f_6_5"/>
          <p:cNvCxnSpPr>
            <a:endCxn id="131" idx="1"/>
          </p:cNvCxnSpPr>
          <p:nvPr/>
        </p:nvCxnSpPr>
        <p:spPr>
          <a:xfrm>
            <a:off x="4937550" y="1707651"/>
            <a:ext cx="16347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3" name="Google Shape;133;g39df8e54f0f_6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0262" y="2492012"/>
            <a:ext cx="3072175" cy="263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Data Execution plan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425" y="1449383"/>
            <a:ext cx="5999126" cy="3449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df8e54f0f_2_80"/>
          <p:cNvSpPr txBox="1"/>
          <p:nvPr>
            <p:ph type="title"/>
          </p:nvPr>
        </p:nvSpPr>
        <p:spPr>
          <a:xfrm>
            <a:off x="3152400" y="156206"/>
            <a:ext cx="6606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Physical – Wyatt Johnson</a:t>
            </a:r>
            <a:endParaRPr/>
          </a:p>
        </p:txBody>
      </p:sp>
      <p:sp>
        <p:nvSpPr>
          <p:cNvPr id="145" name="Google Shape;145;g39df8e54f0f_2_80"/>
          <p:cNvSpPr txBox="1"/>
          <p:nvPr>
            <p:ph idx="12" type="sldNum"/>
          </p:nvPr>
        </p:nvSpPr>
        <p:spPr>
          <a:xfrm>
            <a:off x="6591600" y="4786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g39df8e54f0f_2_80"/>
          <p:cNvSpPr txBox="1"/>
          <p:nvPr>
            <p:ph idx="1" type="body"/>
          </p:nvPr>
        </p:nvSpPr>
        <p:spPr>
          <a:xfrm>
            <a:off x="230550" y="689550"/>
            <a:ext cx="7029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/>
              <a:t>Power &amp; Battery Subsystem: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Subsystem function: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Provide power, battery protection, and charging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Design Overview: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MCU/Control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Batteries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Power conversion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Cadence</a:t>
            </a:r>
            <a:endParaRPr sz="1800"/>
          </a:p>
        </p:txBody>
      </p:sp>
      <p:pic>
        <p:nvPicPr>
          <p:cNvPr id="147" name="Google Shape;147;g39df8e54f0f_2_80"/>
          <p:cNvPicPr preferRelativeResize="0"/>
          <p:nvPr/>
        </p:nvPicPr>
        <p:blipFill rotWithShape="1">
          <a:blip r:embed="rId3">
            <a:alphaModFix/>
          </a:blip>
          <a:srcRect b="0" l="0" r="0" t="14096"/>
          <a:stretch/>
        </p:blipFill>
        <p:spPr>
          <a:xfrm>
            <a:off x="3152400" y="2860800"/>
            <a:ext cx="5910501" cy="2332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9df8e54f0f_2_80"/>
          <p:cNvSpPr txBox="1"/>
          <p:nvPr/>
        </p:nvSpPr>
        <p:spPr>
          <a:xfrm>
            <a:off x="2584089" y="1732704"/>
            <a:ext cx="32886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Constraints: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Battery Safety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Thermal management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Interface compatibility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149" name="Google Shape;149;g39df8e54f0f_2_80"/>
          <p:cNvCxnSpPr>
            <a:stCxn id="150" idx="1"/>
          </p:cNvCxnSpPr>
          <p:nvPr/>
        </p:nvCxnSpPr>
        <p:spPr>
          <a:xfrm flipH="1">
            <a:off x="7561013" y="2472388"/>
            <a:ext cx="447300" cy="167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g39df8e54f0f_2_80"/>
          <p:cNvCxnSpPr>
            <a:endCxn id="152" idx="3"/>
          </p:cNvCxnSpPr>
          <p:nvPr/>
        </p:nvCxnSpPr>
        <p:spPr>
          <a:xfrm rot="10800000">
            <a:off x="2127650" y="3676200"/>
            <a:ext cx="1285800" cy="6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g39df8e54f0f_2_80"/>
          <p:cNvCxnSpPr>
            <a:endCxn id="154" idx="3"/>
          </p:cNvCxnSpPr>
          <p:nvPr/>
        </p:nvCxnSpPr>
        <p:spPr>
          <a:xfrm flipH="1">
            <a:off x="2793356" y="4410812"/>
            <a:ext cx="628800" cy="17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4" name="Google Shape;154;g39df8e54f0f_2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796" y="4056999"/>
            <a:ext cx="1566560" cy="10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9df8e54f0f_2_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4200" y="3059750"/>
            <a:ext cx="2191850" cy="123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g39df8e54f0f_2_80"/>
          <p:cNvGrpSpPr/>
          <p:nvPr/>
        </p:nvGrpSpPr>
        <p:grpSpPr>
          <a:xfrm rot="-5400000">
            <a:off x="7649580" y="1396766"/>
            <a:ext cx="717466" cy="1433779"/>
            <a:chOff x="4330900" y="1638300"/>
            <a:chExt cx="934200" cy="1866900"/>
          </a:xfrm>
        </p:grpSpPr>
        <p:pic>
          <p:nvPicPr>
            <p:cNvPr id="150" name="Google Shape;150;g39df8e54f0f_2_80"/>
            <p:cNvPicPr preferRelativeResize="0"/>
            <p:nvPr/>
          </p:nvPicPr>
          <p:blipFill rotWithShape="1">
            <a:blip r:embed="rId6">
              <a:alphaModFix/>
            </a:blip>
            <a:srcRect b="0" l="35936" r="36819" t="0"/>
            <a:stretch/>
          </p:blipFill>
          <p:spPr>
            <a:xfrm>
              <a:off x="4330900" y="1638300"/>
              <a:ext cx="467100" cy="186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g39df8e54f0f_2_80"/>
            <p:cNvPicPr preferRelativeResize="0"/>
            <p:nvPr/>
          </p:nvPicPr>
          <p:blipFill rotWithShape="1">
            <a:blip r:embed="rId6">
              <a:alphaModFix/>
            </a:blip>
            <a:srcRect b="0" l="35936" r="36819" t="0"/>
            <a:stretch/>
          </p:blipFill>
          <p:spPr>
            <a:xfrm>
              <a:off x="4798000" y="1638300"/>
              <a:ext cx="467100" cy="1866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" name="Google Shape;157;g39df8e54f0f_2_80"/>
          <p:cNvSpPr txBox="1"/>
          <p:nvPr/>
        </p:nvSpPr>
        <p:spPr>
          <a:xfrm>
            <a:off x="6773480" y="4502109"/>
            <a:ext cx="1007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3.7v 3500mAh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df8e54f0f_2_9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g39df8e54f0f_2_99"/>
          <p:cNvSpPr txBox="1"/>
          <p:nvPr/>
        </p:nvSpPr>
        <p:spPr>
          <a:xfrm>
            <a:off x="401575" y="905975"/>
            <a:ext cx="74868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</a:rPr>
              <a:t>Radome: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Subsystem function: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Provide a visually appealing cover with minimal effect to radar signal.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Design Overview: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Housing made with 3D printer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Proper mounting and alignment over system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64" name="Google Shape;164;g39df8e54f0f_2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100" y="3112450"/>
            <a:ext cx="2206433" cy="16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9df8e54f0f_2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958" y="3112450"/>
            <a:ext cx="1654825" cy="16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9df8e54f0f_2_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7788" y="28682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dad575e67_0_53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Accomplishments for Power System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Wyatt Johnson</a:t>
            </a:r>
            <a:endParaRPr/>
          </a:p>
        </p:txBody>
      </p:sp>
      <p:pic>
        <p:nvPicPr>
          <p:cNvPr id="172" name="Google Shape;172;g39dad575e67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8275"/>
            <a:ext cx="5474901" cy="22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9dad575e67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5" y="3306350"/>
            <a:ext cx="4199676" cy="17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9dad575e67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0706" y="648275"/>
            <a:ext cx="3576699" cy="2386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9dad575e67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7685" y="2997050"/>
            <a:ext cx="4274808" cy="214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dad575e67_0_114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Ongoing work/Next steps </a:t>
            </a:r>
            <a:r>
              <a:rPr lang="en-US" sz="2000">
                <a:solidFill>
                  <a:schemeClr val="dk1"/>
                </a:solidFill>
              </a:rPr>
              <a:t>for Power System</a:t>
            </a:r>
            <a:r>
              <a:rPr lang="en-US" sz="2200">
                <a:solidFill>
                  <a:schemeClr val="dk1"/>
                </a:solidFill>
              </a:rPr>
              <a:t>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Wyatt Johnson</a:t>
            </a:r>
            <a:endParaRPr/>
          </a:p>
        </p:txBody>
      </p:sp>
      <p:pic>
        <p:nvPicPr>
          <p:cNvPr id="181" name="Google Shape;181;g39dad575e67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5" y="2090673"/>
            <a:ext cx="4706400" cy="3019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9dad575e67_0_114"/>
          <p:cNvPicPr preferRelativeResize="0"/>
          <p:nvPr/>
        </p:nvPicPr>
        <p:blipFill rotWithShape="1">
          <a:blip r:embed="rId4">
            <a:alphaModFix/>
          </a:blip>
          <a:srcRect b="16595" l="0" r="5033" t="15308"/>
          <a:stretch/>
        </p:blipFill>
        <p:spPr>
          <a:xfrm>
            <a:off x="4754563" y="708000"/>
            <a:ext cx="4341825" cy="31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f8e54f0f_6_2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Physical Execution plan</a:t>
            </a:r>
            <a:endParaRPr/>
          </a:p>
        </p:txBody>
      </p:sp>
      <p:pic>
        <p:nvPicPr>
          <p:cNvPr id="188" name="Google Shape;188;g39df8e54f0f_6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1983"/>
            <a:ext cx="8839199" cy="3408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df8e54f0f_4_0"/>
          <p:cNvSpPr/>
          <p:nvPr/>
        </p:nvSpPr>
        <p:spPr>
          <a:xfrm>
            <a:off x="981525" y="1369950"/>
            <a:ext cx="2175300" cy="106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df8e54f0f_4_0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Wireless – Mitch Hoffman</a:t>
            </a:r>
            <a:endParaRPr/>
          </a:p>
        </p:txBody>
      </p:sp>
      <p:sp>
        <p:nvSpPr>
          <p:cNvPr id="195" name="Google Shape;195;g39df8e54f0f_4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g39df8e54f0f_4_0"/>
          <p:cNvSpPr txBox="1"/>
          <p:nvPr>
            <p:ph idx="1" type="body"/>
          </p:nvPr>
        </p:nvSpPr>
        <p:spPr>
          <a:xfrm>
            <a:off x="3708925" y="1425450"/>
            <a:ext cx="46029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Subsystem Function:</a:t>
            </a:r>
            <a:endParaRPr sz="14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Processes motion data from radar and sends to Pi for fall detection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Design Overview:</a:t>
            </a:r>
            <a:endParaRPr sz="14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AWR6843ISK  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VS Code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Python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7" name="Google Shape;197;g39df8e54f0f_4_0"/>
          <p:cNvSpPr/>
          <p:nvPr/>
        </p:nvSpPr>
        <p:spPr>
          <a:xfrm>
            <a:off x="1130775" y="1460250"/>
            <a:ext cx="1876800" cy="88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Radar (AWR6843ISK)</a:t>
            </a:r>
            <a:endParaRPr sz="1200"/>
          </a:p>
        </p:txBody>
      </p:sp>
      <p:sp>
        <p:nvSpPr>
          <p:cNvPr id="198" name="Google Shape;198;g39df8e54f0f_4_0"/>
          <p:cNvSpPr/>
          <p:nvPr/>
        </p:nvSpPr>
        <p:spPr>
          <a:xfrm>
            <a:off x="1321125" y="2779250"/>
            <a:ext cx="1500000" cy="6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Raspberry Pi 3</a:t>
            </a:r>
            <a:endParaRPr sz="1200"/>
          </a:p>
        </p:txBody>
      </p:sp>
      <p:sp>
        <p:nvSpPr>
          <p:cNvPr id="199" name="Google Shape;199;g39df8e54f0f_4_0"/>
          <p:cNvSpPr/>
          <p:nvPr/>
        </p:nvSpPr>
        <p:spPr>
          <a:xfrm>
            <a:off x="1130775" y="3879875"/>
            <a:ext cx="1876800" cy="88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cxnSp>
        <p:nvCxnSpPr>
          <p:cNvPr id="200" name="Google Shape;200;g39df8e54f0f_4_0"/>
          <p:cNvCxnSpPr>
            <a:stCxn id="197" idx="2"/>
            <a:endCxn id="198" idx="0"/>
          </p:cNvCxnSpPr>
          <p:nvPr/>
        </p:nvCxnSpPr>
        <p:spPr>
          <a:xfrm>
            <a:off x="2069175" y="23476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g39df8e54f0f_4_0"/>
          <p:cNvCxnSpPr>
            <a:stCxn id="198" idx="2"/>
            <a:endCxn id="199" idx="0"/>
          </p:cNvCxnSpPr>
          <p:nvPr/>
        </p:nvCxnSpPr>
        <p:spPr>
          <a:xfrm flipH="1">
            <a:off x="2069025" y="34482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2" name="Google Shape;202;g39df8e54f0f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838" y="2601950"/>
            <a:ext cx="3926325" cy="22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9df8e54f0f_4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75" y="809197"/>
            <a:ext cx="6457001" cy="2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9df8e54f0f_4_116"/>
          <p:cNvSpPr txBox="1"/>
          <p:nvPr/>
        </p:nvSpPr>
        <p:spPr>
          <a:xfrm>
            <a:off x="227025" y="3966025"/>
            <a:ext cx="4344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Accomplishments: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-Radar data output in terminal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-Using TI radar configuration code along with my own code to output point cloud data (x, y, z, v)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0" name="Google Shape;210;g39df8e54f0f_4_116"/>
          <p:cNvSpPr txBox="1"/>
          <p:nvPr/>
        </p:nvSpPr>
        <p:spPr>
          <a:xfrm>
            <a:off x="5053750" y="4069775"/>
            <a:ext cx="385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Next Steps: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–Integrate with Pi to start testing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1" name="Google Shape;211;g39df8e54f0f_4_116"/>
          <p:cNvSpPr txBox="1"/>
          <p:nvPr/>
        </p:nvSpPr>
        <p:spPr>
          <a:xfrm>
            <a:off x="0" y="227750"/>
            <a:ext cx="9144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Accomplishments</a:t>
            </a:r>
            <a:r>
              <a:rPr lang="en-US" sz="1900">
                <a:solidFill>
                  <a:schemeClr val="dk1"/>
                </a:solidFill>
              </a:rPr>
              <a:t>/Next steps for Radar</a:t>
            </a:r>
            <a:r>
              <a:rPr lang="en-US" sz="2100">
                <a:solidFill>
                  <a:schemeClr val="dk1"/>
                </a:solidFill>
              </a:rPr>
              <a:t>   </a:t>
            </a:r>
            <a:endParaRPr sz="13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Mitch Hoffman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df8e54f0f_4_58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Wireless – Mitch Hoffman</a:t>
            </a:r>
            <a:endParaRPr/>
          </a:p>
        </p:txBody>
      </p:sp>
      <p:sp>
        <p:nvSpPr>
          <p:cNvPr id="217" name="Google Shape;217;g39df8e54f0f_4_5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g39df8e54f0f_4_58"/>
          <p:cNvSpPr txBox="1"/>
          <p:nvPr>
            <p:ph idx="1" type="body"/>
          </p:nvPr>
        </p:nvSpPr>
        <p:spPr>
          <a:xfrm>
            <a:off x="3445625" y="1389575"/>
            <a:ext cx="4602900" cy="2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Subsystem Function: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Pi transmits fall alerts via Wifi to the cloud then to a mobile app for user notification 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Design Overview:</a:t>
            </a:r>
            <a:r>
              <a:rPr lang="en-US" sz="1200"/>
              <a:t> 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Flutter (Dart)</a:t>
            </a:r>
            <a:endParaRPr sz="1200"/>
          </a:p>
          <a:p>
            <a:pPr indent="-304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Android </a:t>
            </a:r>
            <a:r>
              <a:rPr lang="en-US" sz="1200"/>
              <a:t>Studio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g39df8e54f0f_4_58"/>
          <p:cNvSpPr/>
          <p:nvPr/>
        </p:nvSpPr>
        <p:spPr>
          <a:xfrm>
            <a:off x="981525" y="3789575"/>
            <a:ext cx="2175300" cy="106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df8e54f0f_4_58"/>
          <p:cNvSpPr/>
          <p:nvPr/>
        </p:nvSpPr>
        <p:spPr>
          <a:xfrm>
            <a:off x="1130775" y="1460250"/>
            <a:ext cx="1876800" cy="88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Raspberry Pi 3</a:t>
            </a:r>
            <a:endParaRPr sz="1200"/>
          </a:p>
        </p:txBody>
      </p:sp>
      <p:sp>
        <p:nvSpPr>
          <p:cNvPr id="221" name="Google Shape;221;g39df8e54f0f_4_58"/>
          <p:cNvSpPr/>
          <p:nvPr/>
        </p:nvSpPr>
        <p:spPr>
          <a:xfrm>
            <a:off x="1321125" y="2779250"/>
            <a:ext cx="1500000" cy="66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	Cloud</a:t>
            </a:r>
            <a:endParaRPr sz="1200"/>
          </a:p>
        </p:txBody>
      </p:sp>
      <p:sp>
        <p:nvSpPr>
          <p:cNvPr id="222" name="Google Shape;222;g39df8e54f0f_4_58"/>
          <p:cNvSpPr/>
          <p:nvPr/>
        </p:nvSpPr>
        <p:spPr>
          <a:xfrm>
            <a:off x="1130775" y="3879875"/>
            <a:ext cx="1876800" cy="88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cxnSp>
        <p:nvCxnSpPr>
          <p:cNvPr id="223" name="Google Shape;223;g39df8e54f0f_4_58"/>
          <p:cNvCxnSpPr>
            <a:stCxn id="220" idx="2"/>
            <a:endCxn id="221" idx="0"/>
          </p:cNvCxnSpPr>
          <p:nvPr/>
        </p:nvCxnSpPr>
        <p:spPr>
          <a:xfrm>
            <a:off x="2069175" y="23476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g39df8e54f0f_4_58"/>
          <p:cNvCxnSpPr>
            <a:stCxn id="221" idx="2"/>
            <a:endCxn id="222" idx="0"/>
          </p:cNvCxnSpPr>
          <p:nvPr/>
        </p:nvCxnSpPr>
        <p:spPr>
          <a:xfrm flipH="1">
            <a:off x="2069025" y="3448250"/>
            <a:ext cx="21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5" name="Google Shape;225;g39df8e54f0f_4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200" y="2347650"/>
            <a:ext cx="2795850" cy="2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df8e54f0f_8_6"/>
          <p:cNvSpPr txBox="1"/>
          <p:nvPr/>
        </p:nvSpPr>
        <p:spPr>
          <a:xfrm>
            <a:off x="5401925" y="1217600"/>
            <a:ext cx="368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Accomplishments: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-Basic app UI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-Simulate alert notifications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2" name="Google Shape;232;g39df8e54f0f_8_6"/>
          <p:cNvSpPr txBox="1"/>
          <p:nvPr/>
        </p:nvSpPr>
        <p:spPr>
          <a:xfrm>
            <a:off x="5454225" y="2295075"/>
            <a:ext cx="385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Next Steps: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-Have code be able to connect to Gotify Server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-Start testing alerts from Gotify Server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3" name="Google Shape;233;g39df8e54f0f_8_6"/>
          <p:cNvSpPr txBox="1"/>
          <p:nvPr/>
        </p:nvSpPr>
        <p:spPr>
          <a:xfrm>
            <a:off x="0" y="227750"/>
            <a:ext cx="9144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Accomplishments/Next steps for App</a:t>
            </a:r>
            <a:r>
              <a:rPr lang="en-US" sz="2100">
                <a:solidFill>
                  <a:schemeClr val="dk1"/>
                </a:solidFill>
              </a:rPr>
              <a:t>   </a:t>
            </a:r>
            <a:endParaRPr sz="13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 				</a:t>
            </a:r>
            <a:r>
              <a:rPr lang="en-US" sz="1800">
                <a:solidFill>
                  <a:schemeClr val="dk1"/>
                </a:solidFill>
              </a:rPr>
              <a:t>Mitch Hoffman</a:t>
            </a:r>
            <a:endParaRPr/>
          </a:p>
        </p:txBody>
      </p:sp>
      <p:pic>
        <p:nvPicPr>
          <p:cNvPr id="234" name="Google Shape;234;g39df8e54f0f_8_6" title="Screenshot 2025-10-29 0821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650" y="675825"/>
            <a:ext cx="1882061" cy="41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9df8e54f0f_8_6" title="Screenshot 2025-10-29 0822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575" y="654350"/>
            <a:ext cx="1882050" cy="420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df8e54f0f_6_2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Wireless Execution plan</a:t>
            </a:r>
            <a:endParaRPr/>
          </a:p>
        </p:txBody>
      </p:sp>
      <p:pic>
        <p:nvPicPr>
          <p:cNvPr id="241" name="Google Shape;241;g39df8e54f0f_6_26" title="Screenshot 2025-10-29 0734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1983"/>
            <a:ext cx="8839197" cy="2290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247" name="Google Shape;2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1983"/>
            <a:ext cx="8839199" cy="2899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df8e54f0f_6_31"/>
          <p:cNvSpPr txBox="1"/>
          <p:nvPr>
            <p:ph type="title"/>
          </p:nvPr>
        </p:nvSpPr>
        <p:spPr>
          <a:xfrm>
            <a:off x="457200" y="23091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/>
              <a:t>Questions?</a:t>
            </a:r>
            <a:endParaRPr sz="5600"/>
          </a:p>
        </p:txBody>
      </p:sp>
      <p:sp>
        <p:nvSpPr>
          <p:cNvPr id="253" name="Google Shape;253;g39df8e54f0f_6_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2012-01-20T14:22:33Z</dcterms:created>
  <dc:creator>Samuel Villareal</dc:creator>
</cp:coreProperties>
</file>