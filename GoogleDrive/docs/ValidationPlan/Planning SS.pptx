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Helvetica Neue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/FOVNLBdlQ2fwUp7oRC48iV8b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regular.fntdata"/><Relationship Id="rId10" Type="http://schemas.openxmlformats.org/officeDocument/2006/relationships/slide" Target="slides/slide6.xml"/><Relationship Id="rId13" Type="http://schemas.openxmlformats.org/officeDocument/2006/relationships/font" Target="fonts/HelveticaNeue-italic.fntdata"/><Relationship Id="rId12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91431df53_1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91431df5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91431df5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5" name="Google Shape;65;g3891431df53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91431df5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3" name="Google Shape;73;g3891431df53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91431df5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1" name="Google Shape;81;g3891431df53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91431df5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9" name="Google Shape;89;g3891431df53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124200" y="2914650"/>
            <a:ext cx="5334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75609"/>
            <a:ext cx="1820617" cy="309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2" type="body"/>
          </p:nvPr>
        </p:nvSpPr>
        <p:spPr>
          <a:xfrm>
            <a:off x="4648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457200" y="217548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800226"/>
            <a:ext cx="300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3575050" y="805290"/>
            <a:ext cx="51117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1352888"/>
            <a:ext cx="3008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457200" y="897323"/>
            <a:ext cx="2573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3200400" y="897322"/>
            <a:ext cx="5486400" cy="3637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326032"/>
            <a:ext cx="2573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91431df53_1_3"/>
          <p:cNvSpPr txBox="1"/>
          <p:nvPr>
            <p:ph type="title"/>
          </p:nvPr>
        </p:nvSpPr>
        <p:spPr>
          <a:xfrm>
            <a:off x="457200" y="2270408"/>
            <a:ext cx="8229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Integration/Execution Timeline</a:t>
            </a:r>
            <a:endParaRPr/>
          </a:p>
        </p:txBody>
      </p:sp>
      <p:sp>
        <p:nvSpPr>
          <p:cNvPr id="55" name="Google Shape;55;g3891431df53_1_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325" y="682262"/>
            <a:ext cx="8793351" cy="4074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/>
          <p:nvPr/>
        </p:nvSpPr>
        <p:spPr>
          <a:xfrm>
            <a:off x="2511425" y="4585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Helvetica Neue"/>
                <a:ea typeface="Helvetica Neue"/>
                <a:cs typeface="Helvetica Neue"/>
                <a:sym typeface="Helvetica Neue"/>
              </a:rPr>
              <a:t>RADIAN Gantt Chart</a:t>
            </a:r>
            <a:endParaRPr b="1" sz="3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91431df53_0_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891431df53_0_3"/>
          <p:cNvSpPr txBox="1"/>
          <p:nvPr/>
        </p:nvSpPr>
        <p:spPr>
          <a:xfrm>
            <a:off x="2550425" y="-17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Helvetica Neue"/>
                <a:ea typeface="Helvetica Neue"/>
                <a:cs typeface="Helvetica Neue"/>
                <a:sym typeface="Helvetica Neue"/>
              </a:rPr>
              <a:t>Wireless Gantt Chart</a:t>
            </a:r>
            <a:endParaRPr b="1" sz="3200">
              <a:solidFill>
                <a:srgbClr val="000000"/>
              </a:solidFill>
            </a:endParaRPr>
          </a:p>
        </p:txBody>
      </p:sp>
      <p:pic>
        <p:nvPicPr>
          <p:cNvPr id="69" name="Google Shape;69;g3891431df53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0085"/>
            <a:ext cx="9144000" cy="19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891431df53_0_3"/>
          <p:cNvSpPr txBox="1"/>
          <p:nvPr/>
        </p:nvSpPr>
        <p:spPr>
          <a:xfrm>
            <a:off x="5010325" y="443400"/>
            <a:ext cx="370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Mitchell Hoffman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91431df53_0_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891431df53_0_13"/>
          <p:cNvSpPr txBox="1"/>
          <p:nvPr/>
        </p:nvSpPr>
        <p:spPr>
          <a:xfrm>
            <a:off x="2656625" y="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r>
              <a:rPr b="1" lang="en-US" sz="3200">
                <a:latin typeface="Helvetica Neue"/>
                <a:ea typeface="Helvetica Neue"/>
                <a:cs typeface="Helvetica Neue"/>
                <a:sym typeface="Helvetica Neue"/>
              </a:rPr>
              <a:t> Gantt Chart</a:t>
            </a:r>
            <a:endParaRPr b="1" sz="3200">
              <a:solidFill>
                <a:srgbClr val="000000"/>
              </a:solidFill>
            </a:endParaRPr>
          </a:p>
        </p:txBody>
      </p:sp>
      <p:pic>
        <p:nvPicPr>
          <p:cNvPr id="77" name="Google Shape;77;g3891431df53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75" y="657225"/>
            <a:ext cx="7743825" cy="44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891431df53_0_13"/>
          <p:cNvSpPr txBox="1"/>
          <p:nvPr/>
        </p:nvSpPr>
        <p:spPr>
          <a:xfrm>
            <a:off x="4838375" y="387775"/>
            <a:ext cx="370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Matthew Blackwell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91431df53_0_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891431df53_0_21"/>
          <p:cNvSpPr txBox="1"/>
          <p:nvPr/>
        </p:nvSpPr>
        <p:spPr>
          <a:xfrm>
            <a:off x="2550425" y="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Helvetica Neue"/>
                <a:ea typeface="Helvetica Neue"/>
                <a:cs typeface="Helvetica Neue"/>
                <a:sym typeface="Helvetica Neue"/>
              </a:rPr>
              <a:t>Physical </a:t>
            </a:r>
            <a:r>
              <a:rPr b="1" lang="en-US" sz="3200">
                <a:latin typeface="Helvetica Neue"/>
                <a:ea typeface="Helvetica Neue"/>
                <a:cs typeface="Helvetica Neue"/>
                <a:sym typeface="Helvetica Neue"/>
              </a:rPr>
              <a:t>Gantt Chart</a:t>
            </a:r>
            <a:endParaRPr b="1" sz="3200">
              <a:solidFill>
                <a:srgbClr val="000000"/>
              </a:solidFill>
            </a:endParaRPr>
          </a:p>
        </p:txBody>
      </p:sp>
      <p:pic>
        <p:nvPicPr>
          <p:cNvPr id="85" name="Google Shape;85;g3891431df53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0625"/>
            <a:ext cx="9143999" cy="332201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891431df53_0_21"/>
          <p:cNvSpPr txBox="1"/>
          <p:nvPr/>
        </p:nvSpPr>
        <p:spPr>
          <a:xfrm>
            <a:off x="5010325" y="443400"/>
            <a:ext cx="370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Wyatt Johnson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91431df53_0_3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891431df53_0_36"/>
          <p:cNvSpPr txBox="1"/>
          <p:nvPr/>
        </p:nvSpPr>
        <p:spPr>
          <a:xfrm>
            <a:off x="2550425" y="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Helvetica Neue"/>
                <a:ea typeface="Helvetica Neue"/>
                <a:cs typeface="Helvetica Neue"/>
                <a:sym typeface="Helvetica Neue"/>
              </a:rPr>
              <a:t>Validation Plan</a:t>
            </a:r>
            <a:endParaRPr b="1" sz="3200">
              <a:solidFill>
                <a:srgbClr val="000000"/>
              </a:solidFill>
            </a:endParaRPr>
          </a:p>
        </p:txBody>
      </p:sp>
      <p:pic>
        <p:nvPicPr>
          <p:cNvPr id="93" name="Google Shape;93;g3891431df53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85700"/>
            <a:ext cx="9144001" cy="314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